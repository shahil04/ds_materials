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76" r:id="rId3"/>
    <p:sldId id="392" r:id="rId4"/>
    <p:sldId id="393" r:id="rId5"/>
    <p:sldId id="39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190500" y="-177800"/>
            <a:ext cx="12192000" cy="6832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514600" y="57124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https://colah.github.io/posts/2014-10-Visualizing-MNIST/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301750" y="14992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https://adamharley.com/nn_vis/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431925" y="1985645"/>
            <a:ext cx="5381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https://adamharley.com/nn_vis/cnn/3d.html</a:t>
            </a:r>
            <a:endParaRPr lang="en-US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1431925" y="3681730"/>
            <a:ext cx="92208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https://www.kaggle.com/code/prashant111/mnist-deep-neural-network-with-keras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https://machinelearningmastery.com/how-to-develop-a-convolutional-neural-network-from-scratch-for-mnist-handwritten-digit-classification/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1312545" y="5194935"/>
            <a:ext cx="772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https://www.kaggle.com/code/cdeotte/25-million-images-0-99757-mnist</a:t>
            </a:r>
            <a:endParaRPr lang="en-US" altLang="en-US"/>
          </a:p>
        </p:txBody>
      </p:sp>
      <p:sp>
        <p:nvSpPr>
          <p:cNvPr id="13" name="Text Box 12"/>
          <p:cNvSpPr txBox="1"/>
          <p:nvPr/>
        </p:nvSpPr>
        <p:spPr>
          <a:xfrm>
            <a:off x="1432560" y="2623185"/>
            <a:ext cx="95567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ym typeface="+mn-ea"/>
              </a:rPr>
              <a:t>https://www.kaggle.com/competitions/digit-recognizer</a:t>
            </a:r>
            <a:endParaRPr lang="en-US" altLang="en-US"/>
          </a:p>
          <a:p>
            <a:r>
              <a:rPr lang="en-US" altLang="en-US">
                <a:sym typeface="+mn-ea"/>
              </a:rPr>
              <a:t>https://www.kaggle.com/code/heeraldedhia/mnist-classifier-first-deep-learning-project/notebook(*** for classs)</a:t>
            </a:r>
            <a:endParaRPr lang="en-US" altLang="en-US"/>
          </a:p>
          <a:p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1431925" y="4064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digit-recognizer</a:t>
            </a:r>
            <a:endParaRPr lang="en-US" altLang="en-US" sz="28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97610" y="1030605"/>
            <a:ext cx="70681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https://www.kaggle.com/datasets/zalando-research/fashionmnist</a:t>
            </a:r>
            <a:endParaRPr lang="en-US" altLang="en-US"/>
          </a:p>
          <a:p>
            <a:r>
              <a:rPr lang="en-US" altLang="en-US"/>
              <a:t>https://www.kaggle.com/datasets/zalando-research/fashionmnist/code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029970" y="2647950"/>
            <a:ext cx="884555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https://www.kaggle.com/code/zeeshier/fashion-mnist-classification  --&gt; tensorFlow</a:t>
            </a:r>
            <a:endParaRPr lang="en-US" altLang="en-US"/>
          </a:p>
          <a:p>
            <a:r>
              <a:rPr lang="en-US" altLang="en-US"/>
              <a:t>https://www.kaggle.com/code/razwansultan/pytorch-ann-fasion-mnist</a:t>
            </a:r>
            <a:endParaRPr lang="en-US" altLang="en-US"/>
          </a:p>
          <a:p>
            <a:r>
              <a:rPr lang="en-US" altLang="en-US"/>
              <a:t>https://www.kaggle.com/code/dansbecker/deep-learning-from-scratch-daily CNN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without libraray</a:t>
            </a:r>
            <a:endParaRPr lang="en-US" altLang="en-US"/>
          </a:p>
          <a:p>
            <a:r>
              <a:rPr lang="en-US" altLang="en-US"/>
              <a:t>https://www.kaggle.com/code/s1lent21/assignment-2-mnist-cnn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563370" y="4533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800" b="1">
                <a:solidFill>
                  <a:srgbClr val="FF0000"/>
                </a:solidFill>
                <a:sym typeface="+mn-ea"/>
              </a:rPr>
              <a:t>fashionmnist</a:t>
            </a:r>
            <a:endParaRPr lang="en-US" altLang="en-US" sz="28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1020</Words>
  <Application>WPS Presentation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41" baseType="lpstr">
      <vt:lpstr>Arial</vt:lpstr>
      <vt:lpstr>SimSun</vt:lpstr>
      <vt:lpstr>Wingdings</vt:lpstr>
      <vt:lpstr>Arial</vt:lpstr>
      <vt:lpstr>Google Sans</vt:lpstr>
      <vt:lpstr>Segoe Print</vt:lpstr>
      <vt:lpstr>Tomorrow</vt:lpstr>
      <vt:lpstr>Calibri Light</vt:lpstr>
      <vt:lpstr>Calibri</vt:lpstr>
      <vt:lpstr>Microsoft YaHei</vt:lpstr>
      <vt:lpstr>Arial Unicode MS</vt:lpstr>
      <vt:lpstr>RctvjbXddlcgHrcvdjHelveticaNeueLTStd-BdCn</vt:lpstr>
      <vt:lpstr>QkdyncPgkddySjtfmrUtopiaStd</vt:lpstr>
      <vt:lpstr>CtdhkhGrqdxpFqrrvlUtopiaStd-Italic</vt:lpstr>
      <vt:lpstr>Rubik</vt:lpstr>
      <vt:lpstr>Manrope</vt:lpstr>
      <vt:lpstr>Inter</vt:lpstr>
      <vt:lpstr>Arial Black</vt:lpstr>
      <vt:lpstr>var(--framer-blockquote-font-family</vt:lpstr>
      <vt:lpstr>var(--framer-blockquote-font-family-bold</vt:lpstr>
      <vt:lpstr>-apple-system</vt:lpstr>
      <vt:lpstr>MJXc-TeX-math-I</vt:lpstr>
      <vt:lpstr>MJXc-TeX-main-R</vt:lpstr>
      <vt:lpstr>Roboto</vt:lpstr>
      <vt:lpstr>Nunito</vt:lpstr>
      <vt:lpstr>katex_main</vt:lpstr>
      <vt:lpstr>var(--font-secondary)</vt:lpstr>
      <vt:lpstr>Studio-Feixen-Sans</vt:lpstr>
      <vt:lpstr>source-serif-pro</vt:lpstr>
      <vt:lpstr>STK Bureau Sans Book</vt:lpstr>
      <vt:lpstr>var(--framer-blockquote-font-family-italic</vt:lpstr>
      <vt:lpstr>Georgia</vt:lpstr>
      <vt:lpstr>Roboto-Regular</vt:lpstr>
      <vt:lpstr>Monaco</vt:lpstr>
      <vt:lpstr>var(--devsite-code-font-family)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hp</cp:lastModifiedBy>
  <cp:revision>321</cp:revision>
  <dcterms:created xsi:type="dcterms:W3CDTF">2025-02-02T08:06:00Z</dcterms:created>
  <dcterms:modified xsi:type="dcterms:W3CDTF">2025-04-05T09:00:38Z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9D96F5E932AF4648AA1B99CD0A39ECB7_11</vt:lpwstr>
  </property>
  <property fmtid="{D5CDD505-2E9C-101B-9397-08002B2CF9AE}" pid="3" name="KSOProductBuildVer">
    <vt:lpwstr>1033-12.2.0.20326</vt:lpwstr>
  </property>
</Properties>
</file>