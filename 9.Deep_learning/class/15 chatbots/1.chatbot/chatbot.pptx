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07770" y="4371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sz="1600" b="1">
                <a:latin typeface="Arial" panose="020B0604020202020204"/>
                <a:ea typeface="SimSun" panose="02010600030101010101" pitchFamily="2" charset="-122"/>
              </a:rPr>
              <a:t>Foundations of Chatbots </a:t>
            </a:r>
            <a:endParaRPr sz="1600" b="1">
              <a:latin typeface="Arial" panose="020B0604020202020204"/>
              <a:ea typeface="SimSun" panose="02010600030101010101" pitchFamily="2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20395" y="876300"/>
            <a:ext cx="5080000" cy="2332990"/>
          </a:xfrm>
          <a:prstGeom prst="rect">
            <a:avLst/>
          </a:prstGeom>
        </p:spPr>
        <p:txBody>
          <a:bodyPr>
            <a:spAutoFit/>
          </a:bodyPr>
          <a:p>
            <a:pPr marL="914400" indent="-228600" defTabSz="266700">
              <a:lnSpc>
                <a:spcPct val="114000"/>
              </a:lnSpc>
              <a:spcBef>
                <a:spcPts val="1200"/>
              </a:spcBef>
              <a:spcAft>
                <a:spcPct val="0"/>
              </a:spcAft>
              <a:buFont typeface="Times New Roman" panose="02020603050405020304"/>
              <a:buAutoNum type="arabicPeriod"/>
            </a:pPr>
            <a:r>
              <a:rPr sz="1600">
                <a:latin typeface="Arial" panose="020B0604020202020204"/>
                <a:ea typeface="Arial" panose="020B0604020202020204"/>
              </a:rPr>
              <a:t>Introduction to Chatbots</a:t>
            </a:r>
            <a:endParaRPr sz="1600">
              <a:latin typeface="Arial" panose="020B0604020202020204"/>
              <a:ea typeface="Arial" panose="020B0604020202020204"/>
            </a:endParaRPr>
          </a:p>
          <a:p>
            <a:pPr marL="1828800" lvl="1" indent="-22860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/>
              <a:buChar char="○"/>
            </a:pPr>
            <a:r>
              <a:rPr sz="1600">
                <a:latin typeface="Arial" panose="020B0604020202020204"/>
                <a:ea typeface="Arial" panose="020B0604020202020204"/>
              </a:rPr>
              <a:t>History and evolution of chatbots</a:t>
            </a:r>
            <a:endParaRPr sz="1600">
              <a:latin typeface="Arial" panose="020B0604020202020204"/>
              <a:ea typeface="Arial" panose="020B0604020202020204"/>
            </a:endParaRPr>
          </a:p>
          <a:p>
            <a:pPr marL="1828800" lvl="1" indent="-22860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/>
              <a:buChar char="○"/>
            </a:pPr>
            <a:r>
              <a:rPr sz="1600">
                <a:latin typeface="Arial" panose="020B0604020202020204"/>
                <a:ea typeface="Arial" panose="020B0604020202020204"/>
              </a:rPr>
              <a:t>Types :Rule-based vs AI-based chatbots</a:t>
            </a:r>
            <a:endParaRPr sz="1600">
              <a:latin typeface="Arial" panose="020B0604020202020204"/>
              <a:ea typeface="Arial" panose="020B0604020202020204"/>
            </a:endParaRPr>
          </a:p>
          <a:p>
            <a:pPr marL="1828800" lvl="1" indent="-22860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Times New Roman" panose="02020603050405020304"/>
              <a:buChar char="○"/>
            </a:pPr>
            <a:r>
              <a:rPr sz="1600">
                <a:latin typeface="Arial" panose="020B0604020202020204"/>
                <a:ea typeface="Arial" panose="020B0604020202020204"/>
              </a:rPr>
              <a:t>Use cases: /Applications in business, healthcare, e-commerce, etc.</a:t>
            </a:r>
            <a:endParaRPr sz="1600">
              <a:latin typeface="Arial" panose="020B0604020202020204"/>
              <a:ea typeface="Arial" panose="020B0604020202020204"/>
            </a:endParaRPr>
          </a:p>
          <a:p>
            <a:pPr marL="0" indent="0" defTabSz="26670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sz="1600">
                <a:latin typeface="Arial" panose="020B0604020202020204"/>
                <a:ea typeface="Arial" panose="020B0604020202020204"/>
              </a:rPr>
              <a:t>Limitations of traditional chatbots.</a:t>
            </a:r>
            <a:endParaRPr sz="1600">
              <a:latin typeface="Arial" panose="020B0604020202020204"/>
              <a:ea typeface="Arial" panose="020B0604020202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766560" y="875983"/>
            <a:ext cx="5080000" cy="375221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300" b="1"/>
              <a:t>1. Choose Your Chatbot Type</a:t>
            </a:r>
            <a:endParaRPr sz="2300" b="1"/>
          </a:p>
          <a:p>
            <a:pPr>
              <a:spcAft>
                <a:spcPct val="60000"/>
              </a:spcAft>
            </a:pPr>
            <a:r>
              <a:rPr sz="2200" b="1"/>
              <a:t>A. Rule-Based Chatbot (simple)</a:t>
            </a:r>
            <a:endParaRPr sz="2200" b="1"/>
          </a:p>
          <a:p>
            <a:r>
              <a:rPr sz="1600"/>
              <a:t>✔ Answers based on predefined patterns</a:t>
            </a:r>
            <a:endParaRPr sz="1600"/>
          </a:p>
          <a:p>
            <a:r>
              <a:rPr sz="1600"/>
              <a:t> ✔ Easy to build</a:t>
            </a:r>
            <a:endParaRPr sz="1600"/>
          </a:p>
          <a:p>
            <a:r>
              <a:rPr sz="1600"/>
              <a:t> ✘ Limited intelligence</a:t>
            </a:r>
            <a:endParaRPr sz="1600"/>
          </a:p>
          <a:p>
            <a:r>
              <a:rPr sz="1600"/>
              <a:t>Good for: FAQs, customer support, menu-based bots</a:t>
            </a:r>
            <a:endParaRPr sz="1600"/>
          </a:p>
          <a:p>
            <a:endParaRPr sz="1600"/>
          </a:p>
          <a:p>
            <a:pPr lvl="1"/>
            <a:r>
              <a:rPr lang="en-US" altLang="en-US" sz="1600"/>
              <a:t>3.Simple Chatbots (without ML)</a:t>
            </a:r>
            <a:endParaRPr lang="en-US" altLang="en-US" sz="1600"/>
          </a:p>
          <a:p>
            <a:pPr lvl="1"/>
            <a:endParaRPr lang="en-US" altLang="en-US" sz="1600"/>
          </a:p>
          <a:p>
            <a:pPr lvl="1"/>
            <a:r>
              <a:rPr lang="en-US" altLang="en-US" sz="1600"/>
              <a:t>- IF-ELSE &amp; keyword-based chatbots (Python)</a:t>
            </a:r>
            <a:endParaRPr lang="en-US" altLang="en-US" sz="1600"/>
          </a:p>
          <a:p>
            <a:pPr lvl="1"/>
            <a:endParaRPr lang="en-US" altLang="en-US" sz="1600"/>
          </a:p>
          <a:p>
            <a:pPr lvl="1"/>
            <a:r>
              <a:rPr lang="en-US" altLang="en-US" sz="1600"/>
              <a:t>- Regex-based chatbot</a:t>
            </a:r>
            <a:endParaRPr lang="en-US" alt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6778625" y="4878070"/>
            <a:ext cx="5080000" cy="166243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200" b="1"/>
              <a:t>B. AI Chatbot (advanced, NLP)</a:t>
            </a:r>
            <a:endParaRPr sz="2200" b="1"/>
          </a:p>
          <a:p>
            <a:r>
              <a:rPr sz="1600"/>
              <a:t>✔ Understands natural language</a:t>
            </a:r>
            <a:endParaRPr sz="1600"/>
          </a:p>
          <a:p>
            <a:r>
              <a:rPr sz="1600"/>
              <a:t> ✔ Learns from examples</a:t>
            </a:r>
            <a:endParaRPr sz="1600"/>
          </a:p>
          <a:p>
            <a:r>
              <a:rPr sz="1600"/>
              <a:t> ✘ Requires more setup</a:t>
            </a:r>
            <a:endParaRPr sz="1600"/>
          </a:p>
          <a:p>
            <a:r>
              <a:rPr sz="1600"/>
              <a:t>Good for: assistants, chat apps, dynamic conversation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95910" y="116840"/>
            <a:ext cx="7727950" cy="67411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800" b="1"/>
              <a:t>2. Choose Your Development Method</a:t>
            </a:r>
            <a:endParaRPr sz="2800" b="1"/>
          </a:p>
          <a:p>
            <a:pPr>
              <a:spcAft>
                <a:spcPct val="60000"/>
              </a:spcAft>
            </a:pPr>
            <a:r>
              <a:rPr sz="2300" b="1"/>
              <a:t>Option 1: No-Code / Low-Code Platforms</a:t>
            </a:r>
            <a:endParaRPr sz="2300" b="1"/>
          </a:p>
          <a:p>
            <a:r>
              <a:rPr sz="1600"/>
              <a:t>Fastest way to build: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Dialogflow (Google)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Botpress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Microsoft Bot Framework Composer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ManyChat</a:t>
            </a:r>
            <a:endParaRPr sz="1600"/>
          </a:p>
          <a:p>
            <a:pPr>
              <a:spcAft>
                <a:spcPct val="60000"/>
              </a:spcAft>
            </a:pPr>
            <a:r>
              <a:rPr sz="2300" b="1"/>
              <a:t>Option 2: Code It Yourself (Python)</a:t>
            </a:r>
            <a:endParaRPr sz="2300" b="1"/>
          </a:p>
          <a:p>
            <a:r>
              <a:rPr sz="1600"/>
              <a:t>Most flexible and educational.</a:t>
            </a:r>
            <a:endParaRPr sz="1600"/>
          </a:p>
          <a:p>
            <a:r>
              <a:rPr sz="1600"/>
              <a:t>You can use:</a:t>
            </a:r>
            <a:endParaRPr sz="1600"/>
          </a:p>
          <a:p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Python + Flask/FastAPI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NLTK / spaCy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Rasa (for advanced NLP)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OpenAI API (for GPT-powered bots)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8750" y="745490"/>
            <a:ext cx="4992370" cy="59416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200" b="1"/>
              <a:t>Step 1 — Install Python libraries</a:t>
            </a:r>
            <a:endParaRPr sz="2200" b="1"/>
          </a:p>
          <a:p>
            <a:r>
              <a:rPr sz="1600"/>
              <a:t>pip install nltk
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Step 2 — Create chatbot.py</a:t>
            </a:r>
            <a:endParaRPr sz="2200" b="1"/>
          </a:p>
          <a:p>
            <a:r>
              <a:rPr sz="1600"/>
              <a:t>import nltk
defchatbot_response(user_input):
    user_input = user_input.lower()
    if"hello"in user_input:
        return"Hi! How can I help you?"
    elif"name"in user_input:
        return"I'm your chatbot assistant."
    elif"bye"in user_input:
        return"Goodbye!"
    else:
        return"Sorry, I didn't understand that."
whileTrue:
    user_input = input("You: ")
    print("Bot:", chatbot_response(user_input))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4707255" y="5517515"/>
            <a:ext cx="6096000" cy="1169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Run</a:t>
            </a:r>
            <a:endParaRPr sz="2200" b="1"/>
          </a:p>
          <a:p>
            <a:r>
              <a:rPr sz="1600">
                <a:sym typeface="+mn-ea"/>
              </a:rPr>
              <a:t>python chatbot.py</a:t>
            </a:r>
            <a:endParaRPr sz="1600"/>
          </a:p>
          <a:p>
            <a:r>
              <a:rPr sz="1600">
                <a:sym typeface="+mn-ea"/>
              </a:rPr>
              <a:t>You now have a basic interactive chatbot!</a:t>
            </a:r>
            <a:endParaRPr lang="en-US" sz="16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0"/>
            <a:ext cx="6096000" cy="891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400" b="1">
                <a:sym typeface="+mn-ea"/>
              </a:rPr>
              <a:t>3. Tutorial: Build a Simple Python Chatbot (Rule-Based</a:t>
            </a:r>
            <a:r>
              <a:rPr sz="2800" b="1">
                <a:sym typeface="+mn-ea"/>
              </a:rPr>
              <a:t>)</a:t>
            </a:r>
            <a:endParaRPr lang="en-US" sz="2800" b="1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310" y="116205"/>
            <a:ext cx="4941570" cy="66255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800" b="1"/>
              <a:t>4. Build an AI-Powered Chatbot (Using OpenAI)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/>
              <a:t>Install</a:t>
            </a:r>
            <a:endParaRPr sz="2200" b="1"/>
          </a:p>
          <a:p>
            <a:r>
              <a:rPr sz="1600"/>
              <a:t>pip install openai
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Basic Chatbot Code</a:t>
            </a:r>
            <a:endParaRPr sz="2200" b="1"/>
          </a:p>
          <a:p>
            <a:r>
              <a:rPr sz="1600"/>
              <a:t>from openai import OpenAI
client = OpenAI()
defchat(prompt):
    response = client.chat.completions.create(
        model="gpt-4.1-mini",
        messages=[{"role": "user", "content": prompt}]
    )
    return response.choices[0].message['content']
whileTrue:
    user = input("You: ")
    print("Bot:", chat(user))
</a:t>
            </a:r>
            <a:endParaRPr sz="1600"/>
          </a:p>
          <a:p>
            <a:r>
              <a:rPr sz="1600"/>
              <a:t>Now your bot can understand natural conversation!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6757670" y="311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/>
              <a:t>USING HUGGING FACE FREE AI CHATBOT</a:t>
            </a:r>
            <a:endParaRPr 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2715" y="0"/>
            <a:ext cx="5080000" cy="63474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800" b="1"/>
              <a:t>5. Add a Web Interface</a:t>
            </a:r>
            <a:endParaRPr sz="2800" b="1"/>
          </a:p>
          <a:p>
            <a:r>
              <a:rPr sz="1600"/>
              <a:t>Use Flask or FastAPI to serve the chatbot on a webpage.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Example (Flask)</a:t>
            </a:r>
            <a:endParaRPr sz="2200" b="1"/>
          </a:p>
          <a:p>
            <a:r>
              <a:rPr sz="1600"/>
              <a:t>pip install flask
</a:t>
            </a:r>
            <a:endParaRPr sz="1600"/>
          </a:p>
          <a:p>
            <a:r>
              <a:rPr sz="1600"/>
              <a:t>from flask import Flask, request, jsonify
from openai import OpenAI
client = OpenAI()
app = Flask(__name__)
@app.route("/chat", methods=["POST"])
defchat():
    user_msg = request.json["message"]
    response = client.chat.completions.create(
        model="gpt-4.1-mini",
        messages=[{"role": "user", "content": user_msg}]
    )
    return jsonify({"reply": response.choices[0].message['content']})
app.run()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6096000" cy="662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MODULE 1 — Introduction to Chatbots (Week 1)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Topics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What is a chatbot?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Types of chatbots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>
                <a:sym typeface="+mn-ea"/>
              </a:rPr>
              <a:t>Rule-based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>
                <a:sym typeface="+mn-ea"/>
              </a:rPr>
              <a:t>Retrieval-based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>
                <a:sym typeface="+mn-ea"/>
              </a:rPr>
              <a:t>Generative (AI/NLP)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Where chatbots are used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Overview of popular platforms (Dialogflow, Rasa, Botpress, OpenAI API)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Hands-On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Simple conversation flow (text-based demo)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Install Python + IDE (VS Code / PyCharm)</a:t>
            </a:r>
            <a:endParaRPr lang="en-US" sz="16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096000" y="0"/>
            <a:ext cx="6096000" cy="6719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MODULE 2 — Rule-Based Chatbots (Week 2)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Topics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Pattern matching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Decision trees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Keyword-based responses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Chatbot flow design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Hands-On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Build a Python chatbot using: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>
                <a:sym typeface="+mn-ea"/>
              </a:rPr>
              <a:t>if/else logic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>
                <a:sym typeface="+mn-ea"/>
              </a:rPr>
              <a:t>Regular expressions (re)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Add conversation menus &amp; predefined responses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Mini Project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FAQ customer support bot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2395" y="240030"/>
            <a:ext cx="6096000" cy="6719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MODULE 3 — Natural Language Processing Foundations (Week 3)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Topics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What is NLP?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Tokenization, stemming, lemmatization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Bag of Words, TF-IDF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Intent classification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Entity extraction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Hands-On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Use NLTK and spaCy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Build a text classifier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Create intents &amp; entities for chatbot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Mini Project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Train a simple classifier to identify greetings, queries, goodbyes</a:t>
            </a:r>
            <a:endParaRPr lang="en-US" sz="1600"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934075" y="344805"/>
            <a:ext cx="6096000" cy="59150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MODULE 4 — Machine Learning Chatbots (Week 4)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Topics</a:t>
            </a:r>
            <a:endParaRPr sz="2200" b="1"/>
          </a:p>
          <a:p>
            <a:pPr>
              <a:spcAft>
                <a:spcPct val="60000"/>
              </a:spcAft>
            </a:pPr>
            <a:r>
              <a:rPr sz="1600">
                <a:sym typeface="+mn-ea"/>
              </a:rPr>
              <a:t>Neural networks basics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Training ML models for intents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Word embeddings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Using scikit-learn or TensorFlow for classification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Hands-On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Build an intent classification model from scratch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Create JSON-based intent dataset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Mini Project</a:t>
            </a:r>
            <a:endParaRPr sz="2200" b="1"/>
          </a:p>
          <a:p>
            <a:pPr>
              <a:spcAft>
                <a:spcPct val="60000"/>
              </a:spcAft>
            </a:pPr>
            <a:r>
              <a:rPr sz="1600">
                <a:sym typeface="+mn-ea"/>
              </a:rPr>
              <a:t>Train a model to recognize 8–10 user intents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37490" y="138430"/>
            <a:ext cx="6096000" cy="6719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sz="2800" b="1">
                <a:sym typeface="+mn-ea"/>
              </a:rPr>
              <a:t>MODULE 5 — Rasa Framework (Week 5–6)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Topics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Rasa architecture (NLU + Core)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Intents, Entities, Stories, Training data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Slots, Actions &amp; Forms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Custom Python actions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Dialogue management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Hands-On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Build a full Rasa chatbot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Use Rasa Shell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Add memory &amp; contextual responses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>
                <a:sym typeface="+mn-ea"/>
              </a:rPr>
              <a:t>Project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>
                <a:sym typeface="+mn-ea"/>
              </a:rPr>
              <a:t>Booking bot (hotel/doctor appointment)</a:t>
            </a:r>
            <a:endParaRPr lang="en-US" sz="160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19120" y="-35813048"/>
            <a:ext cx="5080000" cy="389997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800" b="1"/>
              <a:t>MODULE 7 — Building Web &amp; App Interfaces (Week 8)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/>
              <a:t>Topics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Front-end integration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APIs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Flask / FastAPI backend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JavaScript chatbot widget UI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Hands-On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Build a chat UI using HTML/CSS/JS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Connect chatbot to backend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Deploy locally with Flask/FastAPI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Project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Web-based chat application</a:t>
            </a:r>
            <a:endParaRPr sz="1600"/>
          </a:p>
          <a:p>
            <a:pPr>
              <a:spcAft>
                <a:spcPct val="60000"/>
              </a:spcAft>
            </a:pPr>
            <a:r>
              <a:rPr sz="2800" b="1"/>
              <a:t>MODULE 8 — Integrating Chatbots with Messaging Platforms (Week 9)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/>
              <a:t>Platforms Covered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WhatsApp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Telegram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Facebook Messenger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Discord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Hands-On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Create a Telegram bot using BotFather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Connect webhooks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Deploy a working bot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Project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Telegram customer service bot</a:t>
            </a:r>
            <a:endParaRPr sz="1600"/>
          </a:p>
          <a:p>
            <a:pPr>
              <a:spcAft>
                <a:spcPct val="60000"/>
              </a:spcAft>
            </a:pPr>
            <a:r>
              <a:rPr sz="2800" b="1"/>
              <a:t>MODULE 9 — Advanced Topics (Week 10–11)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/>
              <a:t>Topics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Vector databases (FAISS / Pinecone)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Knowledge-base chatbots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Memory-enabled chatbots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Retrieval-Augmented Generation (RAG)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Multi-agent chatbots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Hands-On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Create a document-aware chatbot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Build long-term memory with embeddings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Add internet search abilities (optional)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Project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RAG chatbot that answers questions using PDFs</a:t>
            </a:r>
            <a:endParaRPr sz="1600"/>
          </a:p>
          <a:p>
            <a:pPr>
              <a:spcAft>
                <a:spcPct val="60000"/>
              </a:spcAft>
            </a:pPr>
            <a:r>
              <a:rPr sz="2800" b="1"/>
              <a:t>MODULE 10 — Deployment, Scaling &amp; Security (Week 12)</a:t>
            </a:r>
            <a:endParaRPr sz="2800" b="1"/>
          </a:p>
          <a:p>
            <a:pPr>
              <a:spcAft>
                <a:spcPct val="60000"/>
              </a:spcAft>
            </a:pPr>
            <a:r>
              <a:rPr sz="2200" b="1"/>
              <a:t>Topics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Deploy to: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Heroku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Render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Vercel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 lvl="1">
              <a:buFont typeface="Arial" panose="020B0604020202020204"/>
              <a:buChar char="◦"/>
            </a:pPr>
            <a:r>
              <a:rPr sz="1600"/>
              <a:t>AWS</a:t>
            </a:r>
            <a:endParaRPr sz="1600"/>
          </a:p>
          <a:p>
            <a:pPr lvl="1">
              <a:buFont typeface="Arial" panose="020B0604020202020204"/>
              <a:buChar char="◦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Docker introduction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API keys &amp; security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Rate limiting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Logging &amp; monitoring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Hands-On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Containerize chatbot with Docker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Deploy AI bot to cloud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Final Project</a:t>
            </a:r>
            <a:endParaRPr sz="2200" b="1"/>
          </a:p>
          <a:p>
            <a:pPr>
              <a:spcAft>
                <a:spcPct val="60000"/>
              </a:spcAft>
            </a:pP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Fully functional AI chatbot deployed online</a:t>
            </a:r>
            <a:endParaRPr sz="1600"/>
          </a:p>
          <a:p>
            <a:pPr>
              <a:buFont typeface="Arial" panose="020B0604020202020204"/>
              <a:buChar char="•"/>
            </a:pP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With memory, intents, UI, and API integration</a:t>
            </a:r>
            <a:endParaRPr sz="1600"/>
          </a:p>
          <a:p>
            <a:pPr>
              <a:spcAft>
                <a:spcPct val="60000"/>
              </a:spcAft>
            </a:pPr>
            <a:r>
              <a:rPr sz="2800" b="1"/>
              <a:t>🎓 END OF COURSE OUTCOME</a:t>
            </a:r>
            <a:endParaRPr sz="2800" b="1"/>
          </a:p>
          <a:p>
            <a:r>
              <a:rPr sz="1600"/>
              <a:t>Students will be able to:</a:t>
            </a:r>
            <a:endParaRPr sz="1600"/>
          </a:p>
          <a:p>
            <a:r>
              <a:rPr sz="1600"/>
              <a:t> ✔ Build rule-based + ML + AI chatbots</a:t>
            </a:r>
            <a:endParaRPr sz="1600"/>
          </a:p>
          <a:p>
            <a:r>
              <a:rPr sz="1600"/>
              <a:t> ✔ Use NLP libraries (NLTK, spaCy, Rasa)</a:t>
            </a:r>
            <a:endParaRPr sz="1600"/>
          </a:p>
          <a:p>
            <a:r>
              <a:rPr sz="1600"/>
              <a:t> ✔ Use OpenAI/GPT APIs</a:t>
            </a:r>
            <a:endParaRPr sz="1600"/>
          </a:p>
          <a:p>
            <a:r>
              <a:rPr sz="1600"/>
              <a:t> ✔ Build web apps &amp; messaging bots</a:t>
            </a:r>
            <a:endParaRPr sz="1600"/>
          </a:p>
          <a:p>
            <a:r>
              <a:rPr sz="1600"/>
              <a:t> ✔ Deploy production-ready chatbots</a:t>
            </a:r>
            <a:endParaRPr sz="1600"/>
          </a:p>
          <a:p>
            <a:r>
              <a:rPr sz="1600"/>
              <a:t>If you want, I can also create:</a:t>
            </a:r>
            <a:endParaRPr sz="1600"/>
          </a:p>
          <a:p>
            <a:r>
              <a:rPr sz="1600"/>
              <a:t> ✅ A detailed lesson plan (daily or weekly)</a:t>
            </a:r>
            <a:endParaRPr sz="1600"/>
          </a:p>
          <a:p>
            <a:r>
              <a:rPr sz="1600"/>
              <a:t> ✅ PowerPoint slides for each module</a:t>
            </a:r>
            <a:endParaRPr sz="1600"/>
          </a:p>
          <a:p>
            <a:r>
              <a:rPr sz="1600"/>
              <a:t> ✅ Assignments &amp; tests</a:t>
            </a:r>
            <a:endParaRPr sz="1600"/>
          </a:p>
          <a:p>
            <a:r>
              <a:rPr sz="1600"/>
              <a:t> ✅ A complete PDF syllabus</a:t>
            </a:r>
            <a:endParaRPr sz="1600"/>
          </a:p>
          <a:p>
            <a:r>
              <a:rPr sz="1600"/>
              <a:t>Would you like the detailed syllabus, slides, or a complete chatbot textbook-style guide?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5795</Words>
  <Application>WPS Presentation</Application>
  <PresentationFormat>Widescreen</PresentationFormat>
  <Paragraphs>278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Gyanpriya Misra</cp:lastModifiedBy>
  <cp:revision>9</cp:revision>
  <dcterms:created xsi:type="dcterms:W3CDTF">2025-07-23T00:59:00Z</dcterms:created>
  <dcterms:modified xsi:type="dcterms:W3CDTF">2025-11-27T18:20:05Z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1033-12.2.0.23155</vt:lpwstr>
  </property>
</Properties>
</file>