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91" r:id="rId3"/>
    <p:sldId id="27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ebp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48000" y="3044825"/>
            <a:ext cx="75069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Customer churn predictions</a:t>
            </a:r>
            <a:endParaRPr lang="en-US" sz="4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0" y="0"/>
            <a:ext cx="284099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Algorithms and models </a:t>
            </a:r>
            <a:endParaRPr lang="en-US" sz="4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rcRect t="7325"/>
          <a:stretch>
            <a:fillRect/>
          </a:stretch>
        </p:blipFill>
        <p:spPr>
          <a:xfrm>
            <a:off x="3968115" y="635"/>
            <a:ext cx="8507095" cy="685800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-247650" y="2246630"/>
            <a:ext cx="5125085" cy="4774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WPS Presentation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9" baseType="lpstr">
      <vt:lpstr>Arial</vt:lpstr>
      <vt:lpstr>SimSun</vt:lpstr>
      <vt:lpstr>Wingdings</vt:lpstr>
      <vt:lpstr>Arial</vt:lpstr>
      <vt:lpstr>Google Sans</vt:lpstr>
      <vt:lpstr>Segoe Print</vt:lpstr>
      <vt:lpstr>Tomorrow</vt:lpstr>
      <vt:lpstr>Calibri Light</vt:lpstr>
      <vt:lpstr>Calibri</vt:lpstr>
      <vt:lpstr>Microsoft YaHei</vt:lpstr>
      <vt:lpstr>Arial Unicode MS</vt:lpstr>
      <vt:lpstr>RctvjbXddlcgHrcvdjHelveticaNeueLTStd-BdCn</vt:lpstr>
      <vt:lpstr>QkdyncPgkddySjtfmrUtopiaStd</vt:lpstr>
      <vt:lpstr>CtdhkhGrqdxpFqrrvlUtopiaStd-Italic</vt:lpstr>
      <vt:lpstr>Rubik</vt:lpstr>
      <vt:lpstr>Manrope</vt:lpstr>
      <vt:lpstr>Inter</vt:lpstr>
      <vt:lpstr>Arial Black</vt:lpstr>
      <vt:lpstr>var(--framer-blockquote-font-family</vt:lpstr>
      <vt:lpstr>var(--framer-blockquote-font-family-bold</vt:lpstr>
      <vt:lpstr>-apple-system</vt:lpstr>
      <vt:lpstr>MJXc-TeX-math-I</vt:lpstr>
      <vt:lpstr>MJXc-TeX-main-R</vt:lpstr>
      <vt:lpstr>Roboto</vt:lpstr>
      <vt:lpstr>Nunito</vt:lpstr>
      <vt:lpstr>katex_main</vt:lpstr>
      <vt:lpstr>var(--font-secondary)</vt:lpstr>
      <vt:lpstr>Studio-Feixen-Sans</vt:lpstr>
      <vt:lpstr>source-serif-pro</vt:lpstr>
      <vt:lpstr>STK Bureau Sans Book</vt:lpstr>
      <vt:lpstr>var(--framer-blockquote-font-family-italic</vt:lpstr>
      <vt:lpstr>Georgia</vt:lpstr>
      <vt:lpstr>Roboto-Regular</vt:lpstr>
      <vt:lpstr>Monaco</vt:lpstr>
      <vt:lpstr>var(--devsite-code-font-family)</vt:lpstr>
      <vt:lpstr>Times New Roman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Sahil</cp:lastModifiedBy>
  <cp:revision>309</cp:revision>
  <dcterms:created xsi:type="dcterms:W3CDTF">2025-02-02T08:06:00Z</dcterms:created>
  <dcterms:modified xsi:type="dcterms:W3CDTF">2025-04-05T08:18:00Z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9D96F5E932AF4648AA1B99CD0A39ECB7_11</vt:lpwstr>
  </property>
  <property fmtid="{D5CDD505-2E9C-101B-9397-08002B2CF9AE}" pid="3" name="KSOProductBuildVer">
    <vt:lpwstr>1033-12.2.0.20326</vt:lpwstr>
  </property>
</Properties>
</file>