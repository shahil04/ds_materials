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68" r:id="rId3"/>
    <p:sldId id="3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640330" y="101663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NLP</a:t>
            </a:r>
            <a:endParaRPr lang="en-IN" alt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56330" y="1583055"/>
            <a:ext cx="406400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/>
          </a:p>
          <a:p>
            <a:r>
              <a:rPr lang="en-US" altLang="en-US"/>
              <a:t>          Why RNNs are needed | RNNs Vs ANNs | RNN Part 1</a:t>
            </a:r>
            <a:endParaRPr lang="en-US" altLang="en-US"/>
          </a:p>
          <a:p>
            <a:r>
              <a:rPr lang="en-US" altLang="en-US"/>
              <a:t>        </a:t>
            </a:r>
            <a:endParaRPr lang="en-US" altLang="en-US"/>
          </a:p>
          <a:p>
            <a:r>
              <a:rPr lang="en-US" altLang="en-US"/>
              <a:t>          Recurrent Neural Network | Forward Propagation | Architecture</a:t>
            </a:r>
            <a:endParaRPr lang="en-US" altLang="en-US"/>
          </a:p>
          <a:p>
            <a:r>
              <a:rPr lang="en-US" altLang="en-US"/>
              <a:t>        </a:t>
            </a:r>
            <a:endParaRPr lang="en-US" altLang="en-US"/>
          </a:p>
          <a:p>
            <a:r>
              <a:rPr lang="en-US" altLang="en-US"/>
              <a:t>          RNN Sentiment Analysis | RNN Code Example in Keras | CampusX</a:t>
            </a:r>
            <a:endParaRPr lang="en-US" altLang="en-US"/>
          </a:p>
          <a:p>
            <a:r>
              <a:rPr lang="en-US" altLang="en-US"/>
              <a:t>        </a:t>
            </a:r>
            <a:endParaRPr lang="en-US" altLang="en-US"/>
          </a:p>
          <a:p>
            <a:r>
              <a:rPr lang="en-US" altLang="en-US"/>
              <a:t>          Types of RNN | Many to Many | One to Many | Many to One RNNs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   How Backpropagation works in RNN | Backpropagation Through Time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   Problems with RNN | 100 Days of Deep Learning</a:t>
            </a:r>
            <a:endParaRPr lang="en-US" altLang="en-US"/>
          </a:p>
          <a:p>
            <a:r>
              <a:rPr lang="en-US" altLang="en-US"/>
              <a:t>        </a:t>
            </a:r>
            <a:endParaRPr lang="en-US" altLang="en-US"/>
          </a:p>
          <a:p>
            <a:r>
              <a:rPr lang="en-US" altLang="en-US"/>
              <a:t>        </a:t>
            </a:r>
            <a:endParaRPr lang="en-US" altLang="en-US"/>
          </a:p>
          <a:p>
            <a:r>
              <a:rPr lang="en-US" altLang="en-US"/>
              <a:t>        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WPS Slides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9" baseType="lpstr">
      <vt:lpstr>Arial</vt:lpstr>
      <vt:lpstr>SimSun</vt:lpstr>
      <vt:lpstr>Wingdings</vt:lpstr>
      <vt:lpstr>Arial</vt:lpstr>
      <vt:lpstr>Google Sans</vt:lpstr>
      <vt:lpstr>Segoe Print</vt:lpstr>
      <vt:lpstr>Tomorrow</vt:lpstr>
      <vt:lpstr>Calibri</vt:lpstr>
      <vt:lpstr>Microsoft YaHei</vt:lpstr>
      <vt:lpstr>Arial Unicode MS</vt:lpstr>
      <vt:lpstr>Calibri Light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Arial Black</vt:lpstr>
      <vt:lpstr>var(--framer-blockquote-font-family</vt:lpstr>
      <vt:lpstr>var(--framer-blockquote-font-family-bold</vt:lpstr>
      <vt:lpstr>-apple-system</vt:lpstr>
      <vt:lpstr>MJXc-TeX-math-I</vt:lpstr>
      <vt:lpstr>MJXc-TeX-main-R</vt:lpstr>
      <vt:lpstr>Roboto</vt:lpstr>
      <vt:lpstr>Nunito</vt:lpstr>
      <vt:lpstr>katex_main</vt:lpstr>
      <vt:lpstr>var(--font-secondary)</vt:lpstr>
      <vt:lpstr>Studio-Feixen-Sans</vt:lpstr>
      <vt:lpstr>source-serif-pro</vt:lpstr>
      <vt:lpstr>STK Bureau Sans Book</vt:lpstr>
      <vt:lpstr>var(--framer-blockquote-font-family-italic</vt:lpstr>
      <vt:lpstr>Georgia</vt:lpstr>
      <vt:lpstr>Roboto-Regular</vt:lpstr>
      <vt:lpstr>Monaco</vt:lpstr>
      <vt:lpstr>var(--devsite-code-font-family)</vt:lpstr>
      <vt:lpstr>Times New Roman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Sahil</cp:lastModifiedBy>
  <cp:revision>314</cp:revision>
  <dcterms:created xsi:type="dcterms:W3CDTF">2025-02-02T08:06:00Z</dcterms:created>
  <dcterms:modified xsi:type="dcterms:W3CDTF">2025-05-16T12:23:02Z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1033-12.2.0.20795</vt:lpwstr>
  </property>
</Properties>
</file>